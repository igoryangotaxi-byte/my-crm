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5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630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0.2.51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Office that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helps sales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queue · My Desk · Team floor · stage-gate Advance — live CRM, not decoration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Appli Taxi Oz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 in 0.2.51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decorative 3D scene → command center + personal desk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4533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dock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3794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tasks, unassigned new, stuck deals, unread, meetings next 2h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87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1401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Desk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70662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&amp; tasks filtered by current userId — Advance / Done / Open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55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8269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floor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7530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CRM managers with severity cues — click → their deals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24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5137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Wall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4439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badges + Advance with the same stage-gate as classic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2005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31266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commands open dock / classic pages (no OpenClaw)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0.2.51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state → spatial cues → fast 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 as Claw3D — our system of record stays Sales Operation APIs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Snapshot: leads, tasks, meetings, notifications, managers roster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cues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Red/amber pulse on managers · stickers with days-in-stage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CFDF5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" y="4480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· Assign me · Advance (+ stage gate) · Open lead drawer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link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73952" y="4480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Calendar, Analytics, Discovery, full Pipeline when you need depth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0.2.51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hurts right now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 opens on load — act without leaving 3D Office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1/01-attention-d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0.2.51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open leads &amp; tasks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assignedManagerUserId — not name substring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1/02-my-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0.2.51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CRM managers on the floor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from /office/roster + lead owners · severity critical / warn / ok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1/03-team-d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0.2.51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WALL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scan + stage-gate Advance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Stickers sync with dock filters (My / Stuck / Owner)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1/04-pipeline-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5669280" cy="4846320"/>
          </a:xfrm>
          <a:prstGeom prst="rect">
            <a:avLst/>
          </a:prstGeom>
        </p:spPr>
      </p:pic>
      <p:pic>
        <p:nvPicPr>
          <p:cNvPr id="7" name="Image 1" descr="/Users/igorkuznetsov/Projects/my-crm/docs/presentations/assets/release-0-2-51/05-sales-manag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57784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0.2.51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commands → dock or classic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overdue · stuck · my leads · team · pipeline · calendar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1/06-ask-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0.2.51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 pulse · Classic for depth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Gates, email/SMS, Tracker, Discovery config, search stay in classic UI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1/07-classic-tog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0.2.51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live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applitaxi.space/sales-operation/office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dock anytime · reopen from the chip · managers walk with real load badges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0.2.51 · Yango Sales Operations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Useful 3D Office (0.2.51)</dc:title>
  <dc:subject>Release 0.2.51 — Useful 3D Office</dc:subject>
  <dc:creator>Appli Taxi Oz · Sales Operations</dc:creator>
  <cp:lastModifiedBy>Appli Taxi Oz · Sales Operations</cp:lastModifiedBy>
  <cp:revision>1</cp:revision>
  <dcterms:created xsi:type="dcterms:W3CDTF">2026-07-31T10:36:31Z</dcterms:created>
  <dcterms:modified xsi:type="dcterms:W3CDTF">2026-07-31T10:36:31Z</dcterms:modified>
</cp:coreProperties>
</file>