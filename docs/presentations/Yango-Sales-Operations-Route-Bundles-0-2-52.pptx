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Bundles for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chaining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exclusive driver routes · map with road polylines · Operations HUB under Sales Operation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in 0.2.52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tools moved into SO HUB + smart route suggestions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3794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Pre-Orders, Orders, Route Bundles, Price Calculator, API Health 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1401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Bundles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70662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 + exclusive packing — more short routes, no shared orders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workspace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7530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polylines, multicolor legs, client name in popups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513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439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→ call driver → accept · recalculate · opportunities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&amp; RBAC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31266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Buffers, empty-drive km, candidate caps · preOrders permission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HUB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live under Sales Operation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/pre-orders and /orders redirect into the SO shell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2/01-hub-pre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BUNDLES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exclusive chains from the open pool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rebuilds suggestions · statuses for call / accept / active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2/02-route-bundle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Google road geometry — not straight lines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order leg has its own color · dashed empty drives · client in marker popups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2/03-route-bundles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suggestions are built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token · time buffers · empty-drive limits · Google Routes + Matrix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open pre-orders, resolve pickup/dropoff coords (API → geocode)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Beam-search compatible chains (2…N) with traffic-aware travel times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packing prefers more short routes over one long chain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73952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snapshot geojson; on open, upgrade stubs to road polylines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buffers, empty drive, and pool size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access: Admin / salesSettings · link from Sales Settings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2/04-route-bundles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NEIGHBORS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+ API Health Check in the same shell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health moved out of Notes into dedicated API Health Check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2/05-hub-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486400" cy="4846320"/>
          </a:xfrm>
          <a:prstGeom prst="rect">
            <a:avLst/>
          </a:prstGeom>
        </p:spPr>
      </p:pic>
      <p:pic>
        <p:nvPicPr>
          <p:cNvPr id="7" name="Image 1" descr="/Users/igorkuznetsov/Projects/my-crm/docs/presentations/assets/release-0-2-52/06-api-health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Calculator stays next to ops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for pre-order ops, pricing, and route planning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2/07-price-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operators need for day-one Route Bundles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Generate exclusive suggested routes from mappable pre-orders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505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List tabs: Suggested / Active / All · health badges &amp; explain 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1927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MapLibre map: passenger + empty-drive legs, multicolor per order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8795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Marker popups: client name + pickup/dropoff route text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5663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Edit sequence (DnD), add/remove order, recalculate with Google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8191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Driver assignment after call · status workflow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505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Insertion opportunities banner (accept / dismiss)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1927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Settings: max orders, safety buffer, empty km, matrix budget, candidates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8795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SQL tables applied · GOOGLE_MAPS_API_KEY required on Vercel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892040"/>
            <a:ext cx="56235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05663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 + HE copy · RBAC via preOrders / notes / salesSettings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on prod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https://applitaxi.space/sales-operation/route-bundles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→ open a suggestion → review map &amp; buffers → contact driver → Accept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Route Bundles (0.2.52)</dc:title>
  <dc:subject>Release 0.2.52 — Route Bundles + Operations HUB</dc:subject>
  <dc:creator>Appli Taxi Oz · Sales Operations</dc:creator>
  <cp:lastModifiedBy>Appli Taxi Oz · Sales Operations</cp:lastModifiedBy>
  <cp:revision>1</cp:revision>
  <dcterms:created xsi:type="dcterms:W3CDTF">2026-08-09T18:12:08Z</dcterms:created>
  <dcterms:modified xsi:type="dcterms:W3CDTF">2026-08-09T18:12:08Z</dcterms:modified>
</cp:coreProperties>
</file>