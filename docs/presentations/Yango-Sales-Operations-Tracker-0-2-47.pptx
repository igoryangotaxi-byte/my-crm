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overview for Yango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6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6304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0.2.47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Operation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640080" y="4023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Multi-project kanban · ticket drawer · @mentions · My Space sync · notifications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Appli Taxi Oz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 in 0.2.47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 is the new shared work surface next to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18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52704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list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80136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boards for team workstreams under /sales-operation/tracker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87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39572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board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67004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columns, WIP limits, drag-and-drop tickets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558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26440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drawer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53872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Description, assignees, labels, checklist, links, activity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224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13308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@Mentions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40740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 CRM users → My Space badge + notifications bell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932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00176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 + Calendar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27608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tickets in Tracker tab; emerald due dates on calendar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0.2.47 ·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projects — one board per workstream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Sidebar: Tracker sits with Pipeline and My Space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7/01-tracker-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do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Tracker in the sidebar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a project (e.g. Launch,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Partner ops, Hiring)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the board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Permission: salesTracker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0.2.47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you control — tickets you drag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Rename, recolor, WIP, reorder, delete columns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7/02-tracker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tools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Inline create ticket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Filters + 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Drag between columns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Column ⋮ menu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Copy ticket URL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0.2.47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drawer = full work 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on the board — detail opens without a page jump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7/03-ticket-dra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ticket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Markdown description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Multi-assignees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Labels + priority + due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Checklist / subtasks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Linked tickets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Activity + archive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0.2.47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@MENTIONS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CRM users in comments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 → highlight → My Space + bell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7/04-mention-compo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BEB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assignee sees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 badge on My Space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Tracker tab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@mention in notifications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Highlighted comment 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 link to the ticket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0.2.47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Tracker tickets live next to Tasks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inbox for board work assigned to you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7/05-myspace-tra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rules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Assignees → My Space Tracker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Mentions → red tab badge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Click opens the board ticket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Separate from sales_tasks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0.2.47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 due dates on the grid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 chips = Tracker tickets with a due date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7/06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reminder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Sky — Meetings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Violet — Lead tasks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Amber — Personal tasks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Emerald — Tracker tickets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0.2.47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 in the Sales Operation sidebar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shell as Pipeline — new page key salesTracker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7/07-pipeline-sid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Permissions version 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Grant salesTracker in Accesses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Admins / managers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automation = later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0.2.47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CHECKLIST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before first use on prod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is live on applitaxi.space — schema must be applied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1645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scripts/sql/supabase_sales_tracker.sql in Supabase (or npm run db:apply:sales-operation with DB URL)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26974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salesTracker page key for roles that should see Tracker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49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3749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project → ticket → assign → @mention → check My Space + bell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800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4800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0.2.47 · commit d43c4d89 · release notes in CRM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0.2.47 ·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work, finally on a board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Tracker columns into My Space and the calendar — with @mentions that actually reach people.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applitaxi.space  ·  Sales Operations  ·  0.2.47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Tracker (0.2.47)</dc:title>
  <dc:subject>Release 0.2.47 — Sales Operation Tracker</dc:subject>
  <dc:creator>Appli Taxi Oz · Sales Operations</dc:creator>
  <cp:lastModifiedBy>Appli Taxi Oz · Sales Operations</cp:lastModifiedBy>
  <cp:revision>1</cp:revision>
  <dcterms:created xsi:type="dcterms:W3CDTF">2026-07-23T18:17:39Z</dcterms:created>
  <dcterms:modified xsi:type="dcterms:W3CDTF">2026-07-23T18:17:39Z</dcterms:modified>
</cp:coreProperties>
</file>