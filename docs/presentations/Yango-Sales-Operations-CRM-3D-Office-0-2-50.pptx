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Appli Taxi CRM header/sidebar. Note Classic / 3D toggle if visible in header.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walking agents, room chips, reception HUD stats, Graphics preset.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stickers by stage and Advance on a card — stage move without leaving 3D.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eight agents. Show workbench bottom-left with real actions (Open card, Advance, Done).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5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6304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0.2.50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2402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 Taxi CRM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interactive 3D Office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shell for day-to-day sales · walking team agents · live CRM workbench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Appli Taxi Oz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 in 0.2.50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product shell + a spatial way to work the CRM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18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54533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 Taxi CRM branding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83794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Operation becomes the product name the team sees every day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871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41401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inside the shell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70662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Communications, Price Calculator, Access — no more bouncing to Main CRM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558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28269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landing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57530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/ OAuth open Sales Operation; Main CRM nav stays empty for staff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24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15137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Office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4439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Rooms, Pipeline Wall, Classic ↔ 3D toggle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0932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02005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agents + workbench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31266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Igor K, Lior, Igor R, Itay, Egor, Ido, Adam, Gal — real CRM actions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0.2.50 ·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CRM surface for the sales floor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context-switching between Main CRM and Sales Operation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0" cy="475488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819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3291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 work lived in Sales Operation,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Communications / Price Calculator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still sat under Main CRM.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saw two products and two navs.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friction for new managers.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657600" cy="475488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5819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0.2.50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98848" y="1920240"/>
            <a:ext cx="3291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 Taxi CRM = Sales Operation shell.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Communications, Price Calculator,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under Settings — same chrome.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URLs redirect.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lands on Sales Operation.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5F3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5819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3D Office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39328" y="1920240"/>
            <a:ext cx="320040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spatial view of the same CRM.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walk the floor with live badges.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→ workbench with leads / tasks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/ discovery — no OpenClaw.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UI always one click away.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0.2.50 · 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inside Appli Taxi CRM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board you know — now under a single product brand</a:t>
            </a:r>
            <a:endParaRPr lang="en-US" sz="1400" dirty="0"/>
          </a:p>
        </p:txBody>
      </p:sp>
      <p:pic>
        <p:nvPicPr>
          <p:cNvPr id="7" name="Image 0" descr="/Users/igorkuznetsov/Projects/my-crm/docs/presentations/assets/release-0-2-50/01-pipeline-s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0.2.50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Communications in the CRM shell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/sales-operation/communications · old /communications redirects here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0/02-commun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94944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90688" y="1536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show the team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90688" y="1874520"/>
            <a:ext cx="3749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item under Appli Taxi CRM.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permissions as before.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messaging backend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navigation + shell unify.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when explaining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“everything lives in one app”.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0.2.50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Calculator in the CRM shell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/sales-operation/price-calculator · tariffs &amp; quotes without leaving SO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0/03-price-calc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94944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F5F3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90688" y="1536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floor use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90688" y="1874520"/>
            <a:ext cx="3749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quote while staying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pipeline context.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PriceCalculatorView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(no logic rewrite).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/price-calculator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redirects.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0.2.50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management in Settings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Access · roles &amp; page permissions for Appli Taxi CRM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0/04-settings-a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94944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90688" y="1536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admins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90688" y="1874520"/>
            <a:ext cx="3749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roles, SO page keys.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AccessManagementView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 Sales Settings.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salesSettings || accesses.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/accesses redirects into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with section=access.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0.2.50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OFFICE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the CRM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/sales-operation/office · rooms · live stats · Classic/3D toggle</a:t>
            </a:r>
            <a:endParaRPr lang="en-US" sz="1400" dirty="0"/>
          </a:p>
        </p:txBody>
      </p:sp>
      <p:pic>
        <p:nvPicPr>
          <p:cNvPr id="7" name="Image 0" descr="/Users/igorkuznetsov/Projects/my-crm/docs/presentations/assets/release-0-2-50/05-office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0.2.50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OFFICE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Wall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sticker → lead drawer · Advance → next stage via existing transition API</a:t>
            </a:r>
            <a:endParaRPr lang="en-US" sz="1400" dirty="0"/>
          </a:p>
        </p:txBody>
      </p:sp>
      <p:pic>
        <p:nvPicPr>
          <p:cNvPr id="7" name="Image 0" descr="/Users/igorkuznetsov/Projects/my-crm/docs/presentations/assets/release-0-2-50/06-office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94944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8952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FFFBEB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90688" y="1536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&amp; filters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90688" y="1874520"/>
            <a:ext cx="3749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 · Sales · Pipeline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· Tasks · Dashboard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Discovery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chips focus the camera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(zoom stays free after snap).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quick-filters can pin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/ stuck / owner leads.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0.2.50 · Confidential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on the floor — with real CRM power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· click · workbench panel · live badges from API data</a:t>
            </a:r>
            <a:endParaRPr lang="en-US" sz="1400" dirty="0"/>
          </a:p>
        </p:txBody>
      </p:sp>
      <p:pic>
        <p:nvPicPr>
          <p:cNvPr id="7" name="Image 0" descr="/Users/igorkuznetsov/Projects/my-crm/docs/presentations/assets/release-0-2-50/07-office-workbe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94944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8952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ECFDF5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90688" y="1536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90688" y="1874520"/>
            <a:ext cx="3749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Igor K — briefing, stuck deals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Lior / Igor R / Itay — own leads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Egor — live funnel stats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 — tasks · mark Done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— Lead Discovery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 — meetings · portfolio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from existing CRM APIs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separate agent database.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0.2.50 · Confidential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 production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https://applitaxi.space/sales-operation/office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/sales-operation/pipeline · communications · price-calculator · settings?section=access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→ Classic / 3D · Graphics Low / High / Static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0.2.50 · Appli Taxi CRM + 3D Office · Appli Taxi Oz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Appli Taxi Oz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Appli Taxi CRM &amp; 3D Office (0.2.50)</dc:title>
  <dc:subject>Release 0.2.50 — Appli Taxi CRM + 3D Office</dc:subject>
  <dc:creator>Appli Taxi Oz · Sales Operations</dc:creator>
  <cp:lastModifiedBy>Appli Taxi Oz · Sales Operations</cp:lastModifiedBy>
  <cp:revision>1</cp:revision>
  <dcterms:created xsi:type="dcterms:W3CDTF">2026-07-30T17:54:06Z</dcterms:created>
  <dcterms:modified xsi:type="dcterms:W3CDTF">2026-07-30T17:54:06Z</dcterms:modified>
</cp:coreProperties>
</file>