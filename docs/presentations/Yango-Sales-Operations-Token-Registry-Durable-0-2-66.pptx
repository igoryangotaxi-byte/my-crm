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3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registry durable hotfix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Upstash KV quota exhausted → registry moved to Supabase Storage; never wipe KV with empty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0.2.66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fixed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Upstash KV max requests (500k) — registry-only cabinets vanished from Token diagnostics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store: sales-attachments/system/yango-token-registry-v1.json (+ optional SQL table)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FF1F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never write an empty registry over KV; memory cache 60s; KV mirror best-effort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2519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4348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cabinets re-synced into durable storage. CLIENT_* cabinets: re-add via onboarding if still missing after Upstash restore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0.2.66 ·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Token registry durable (0.2.66)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2026-09-10T11:13:27Z</dcterms:created>
  <dcterms:modified xsi:type="dcterms:W3CDTF">2026-09-10T11:13:27Z</dcterms:modified>
</cp:coreProperties>
</file>