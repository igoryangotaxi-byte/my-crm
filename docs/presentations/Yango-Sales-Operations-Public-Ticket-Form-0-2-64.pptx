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shipped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4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1965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0.2.64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02920" y="24231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ticket form for unregistered users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292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CRM-styled /submit-ticket → Tracker To Do · Title, Description, Priority, attachments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0.2.64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FF1F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page /submit-ticket — no login; SO fonts, colors, and chrome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7F8F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103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Title, Description, Priority (Low / Normal / High / Urgent)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FF1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71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Attachments: up to 5 photos/files (10MB each) stored on the ticket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70332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7F8F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840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tickets in Tracker project …6768f689, column To Do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457200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FF1F1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709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shown as External form; rate limit + honeypot against spam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0.2.64 · Confidential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smoke check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23444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261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234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Form: https://applitaxi.space/submit-ticket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233172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3591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Board: /sales-operation/tracker/2cc7d354-1f6f-42d5-bb37-1efd6768f689 → To Do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4360" y="34290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4564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3429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submit Title + Description + photo → card appears in To Do as External form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45262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45537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45262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env override: PUBLIC_TRACKER_PROJECT_ID, PUBLIC_TRACKER_STATUS_NAME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0.2.64 ·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Public Ticket Form (0.2.64)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2026-09-06T18:23:32Z</dcterms:created>
  <dcterms:modified xsi:type="dcterms:W3CDTF">2026-09-06T18:23:32Z</dcterms:modified>
</cp:coreProperties>
</file>