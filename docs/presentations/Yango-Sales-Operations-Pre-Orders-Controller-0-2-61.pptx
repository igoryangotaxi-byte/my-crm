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Fleet pending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4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0.2.61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920" y="2331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Controller Live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50292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board, urgency rail, Driver confirmed marks — for HUB operators.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0.2.61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Uncached /live API, poll every 15s, Last updated (Asia/Jerusalem). Past due and cancelled rows leave the board automatically.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0972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rail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2628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assigned. Yellow = unassigned 10–30 min. Red = under 10 min / overdue. Neutral = more than 30 min.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2440" y="10972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confirmed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104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operator marks (Confirmed / No answer / Issue) with who + when. Driver column on the list (name, phone, car).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0.2.61 · Confidential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UX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header: Live / Unassigned / At risk counters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scheduledAt ASC (nearest due on top)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32004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markers use the same urgency colors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42519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scripts/sql/supabase_preorder_operator_marks.sql (apply in Supabase for shared marks)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0.2.61 ·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driver enrichment — not finished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11155680" cy="4206240"/>
          </a:xfrm>
          <a:prstGeom prst="roundRect">
            <a:avLst>
              <a:gd name="adj" fmla="val 2609"/>
            </a:avLst>
          </a:prstGeom>
          <a:solidFill>
            <a:srgbClr val="FFFBE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on Yango / Yandex Fleet API support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is wired: live pre-orders can enrich driver name / phone / car from the park when Fleet auth works.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park API key (fleet-e) is rejected by fleet-api.yango.tech with 403 invalid client id or api key.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Yango confirms the key, UI keeps Unknown Driver fallback from B2B performer data.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shared with support: x-yatraceid 629384d315dcbb7172e2a89ff0c4d968.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0.2.61 ·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/sales-operation/pre-orders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Live badge + Last updated ticking ~15s.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Unassigned due in ~20 min = yellow rail; under 10 min = red; assigned = green.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Mark Driver confirmed — second browser / operator should see the same chip.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Apply supabase_preorder_operator_marks.sql if marks should be shared across instances.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Prod: https://applitaxi.space/sales-operation/pre-orders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0.2.61 ·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Pre-Orders Controller (0.2.61)</dc:title>
  <dc:subject>Release 0.2.61 — Pre-Orders Controller Live</dc:subject>
  <dc:creator>Appli Taxi Oz · Sales Operations</dc:creator>
  <cp:lastModifiedBy>Appli Taxi Oz · Sales Operations</cp:lastModifiedBy>
  <cp:revision>1</cp:revision>
  <dcterms:created xsi:type="dcterms:W3CDTF">2026-08-29T13:26:25Z</dcterms:created>
  <dcterms:modified xsi:type="dcterms:W3CDTF">2026-08-29T13:26:25Z</dcterms:modified>
</cp:coreProperties>
</file>