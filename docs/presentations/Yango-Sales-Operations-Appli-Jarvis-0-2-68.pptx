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3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100584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920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0.2.68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331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 Jarvis presence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029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agency in Sales Operation: header chip, card-first dock, token honesty, gated actions.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0.2.68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155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Appli chip — logo 16px + soft #FF2D2D presence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928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dock ~380px — token strip, propose cards first, chat secondary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700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First-open welcome once + New chat without deleting history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3756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4728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sends · Shift+Enter newline · Supabase history hydrate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FF1F1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2245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soft-confirm always · Yango read/propose · create stays R2 + idempotent Approve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892040"/>
            <a:ext cx="11155680" cy="658368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EEEE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00176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tokens fail closed — no unsupervised money/history writes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0.2.68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screen</a:t>
            </a:r>
            <a:endParaRPr lang="en-US" sz="2200" dirty="0"/>
          </a:p>
        </p:txBody>
      </p:sp>
      <p:pic>
        <p:nvPicPr>
          <p:cNvPr id="4" name="Image 0" descr="/Users/igorkuznetsov/Projects/my-crm/jarvis-presence-ya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1088136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0.2.68 · Confidential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0" y="6547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Appli Jarvis presence (0.2.68)</dc:title>
  <dc:subject>PptxGenJS Presentation</dc:subject>
  <dc:creator>Appli Taxi Oz · Sales Operations</dc:creator>
  <cp:lastModifiedBy>Appli Taxi Oz · Sales Operations</cp:lastModifiedBy>
  <cp:revision>1</cp:revision>
  <dcterms:created xsi:type="dcterms:W3CDTF">2026-09-14T16:28:30Z</dcterms:created>
  <dcterms:modified xsi:type="dcterms:W3CDTF">2026-09-14T16:28:30Z</dcterms:modified>
</cp:coreProperties>
</file>