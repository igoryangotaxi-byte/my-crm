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Appli Taxi CRM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2D2D"/>
                </a:solidFill>
              </a:rPr>
              <a:t>Release 0.2.50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Unified CRM shell + interactive 3D Office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What's new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</a:rPr>
              <a:t>Appli Taxi CRM branding across Sales Operation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Communications, Price Calculator &amp; Access inside SO shell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Staff land in Sales Operation (Main CRM nav hidden)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3D Office at /sales-operation/office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Walking team agents: Igor K, Lior, Igor R, Itay, Egor, Ido, Adam, Gal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Live CRM workbench: leads Advance, tasks Done, analytics, discovery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Where to click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https://applitaxi.space/sales-operation/office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Toggle Classic / 3D in the header.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Click an agent → workbench panel with real CRM actions.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 Taxi CRM 0.2.50 — Unified CRM + 3D Office</dc:title>
  <dc:subject>PptxGenJS Presentation</dc:subject>
  <dc:creator>Appli Taxi</dc:creator>
  <cp:lastModifiedBy>Appli Taxi</cp:lastModifiedBy>
  <cp:revision>1</cp:revision>
  <dcterms:created xsi:type="dcterms:W3CDTF">2026-07-30T17:39:03Z</dcterms:created>
  <dcterms:modified xsi:type="dcterms:W3CDTF">2026-07-30T17:39:03Z</dcterms:modified>
</cp:coreProperties>
</file>