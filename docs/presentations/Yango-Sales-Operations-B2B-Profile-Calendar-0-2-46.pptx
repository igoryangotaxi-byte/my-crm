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overview for Yango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6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6304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0.2.46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Client Profile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My Space Calendar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4008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amoCRM-style client cards · calendar with lead &amp; personal tasks · Google Calendar sync · platform staff pickers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Appli Taxi Oz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 in 0.2.46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product surfaces managers will feel immediately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2704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Overview → profile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0136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click opens (or creates) a CRM client profile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87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3957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 workspace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67004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fields, managers, activity feed, Task/Note/Mail/Meeting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55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6440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 Calendar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3872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subsection with meetings + assigned lead tasks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24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3308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side drawers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40740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Edit, reschedule, complete, append timestamped notes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0176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pickers cleaned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approved platform users (@appli.taxi) in assignee/owner filters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open any client into CRM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dead-end metrics-only click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6/04-b2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table by name or corp_client_id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 → ensure CRM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Missing profile? creates signed lead + sales_clients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Lands on amoCRM-style profile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Trips remain a secondary link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data · Right: activity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for post-signed client work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6/05-client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panel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 fields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Account / Sales managers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Deal fields from linked lead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(segment, potential, pricing,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contract, address, notes…)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KPI tiles + date range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 bubbles on the activity feed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· Note · Mail · Meeting — without leaving the card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6/05-client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rules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→ My Space + Calendar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Note → My Space notes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Meeting → Calendar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(+ Google if connected)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Mail → lead email thread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 shows chronological history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 → Calendar in the sidebar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Meetings, lead tasks, personal tasks — one grid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6/02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legend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Sky — Meetings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Violet — Lead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(assigned to you)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Amber — Personal tasks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Connect Google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to sync meetings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event → side card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fields, append notes, complete or delete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6/03-calendar-event-dra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Meetings: title, window,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notes/agenda, delete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Tasks: status, priority, due,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description, mark done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Append timestamped notes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linked client when 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→ CALENDAR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from the lead card reach the assignee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with an assignee + due date → appears on their calendar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6/08-lead-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that help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Assignee defaults to you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Due defaults to ~+2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open tasks with due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dates show on the grid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Violet chip shows lead name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stay in My Space — Calendar is next door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group: Tasks + Calendar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6/01-myspace-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 Space 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Calendar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Old ?tab=calendar redirects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Badge still shows open work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HYGIENE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Assignees &amp; owners = platform staff only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internal users — no pending, rejected, or client-portal accounts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6/06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applies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 owner selects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Pipeline owner filter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assignee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Reassign / follow-up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Stage-gate follow-up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AM/SM role pickers unchanged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CHECKLIST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configure after deploy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already applied; Google redirect may need a Cloud console update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1645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supabase_sales_client_activity.sql applied (meetings + GCal tokens + personal FKs)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697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redirect https://applitaxi.space/api/google/calendar/callback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GOOGLE_OAUTH_CLIENT_ID / SECRET (same Workspace OAuth client as SSO is fine)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800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list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4800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@appli.taxi approved users remain as internal platform staff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0.2.46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managers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B2B Overview into a living client profile — and from every assigned task into the calendar.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applitaxi.space  ·  Sales Operations  ·  0.2.46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B2B Profile &amp; Calendar (0.2.46)</dc:title>
  <dc:subject>Release 0.2.46 — B2B Client Profile &amp; Calendar</dc:subject>
  <dc:creator>Appli Taxi Oz · Sales Operations</dc:creator>
  <cp:lastModifiedBy>Appli Taxi Oz · Sales Operations</cp:lastModifiedBy>
  <cp:revision>1</cp:revision>
  <dcterms:created xsi:type="dcterms:W3CDTF">2026-07-22T18:18:50Z</dcterms:created>
  <dcterms:modified xsi:type="dcterms:W3CDTF">2026-07-22T18:18:50Z</dcterms:modified>
</cp:coreProperties>
</file>