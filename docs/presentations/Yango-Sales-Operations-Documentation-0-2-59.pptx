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2D2D"/>
          </a:solidFill>
          <a:ln/>
        </p:spPr>
      </p:sp>
      <p:pic>
        <p:nvPicPr>
          <p:cNvPr id="6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566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0.2.59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wiki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Word-style workspace for Sales Operation — documents, tables, and file import, saved in Supabase.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applitaxi.space/sales-operation/documentation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RELEASE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scattering process in chats and files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wiki the team can edit together.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719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tabs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document is a tab in a 240px rail: create, rename, drag reorder, delete.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46304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719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Word-style editor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37960" y="21945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Fonts, size, color, highlight, headings, lists, alignment — not markdown.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913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+ import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4389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XLSX become editable tables. DOCX body text, lists and tables flatten in.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365760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913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on the server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37960" y="4389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TipTap JSON in documentation_documents. Autosave ~800ms, last-write-wins.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0.2.59 · Confidential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on the left, page on the right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Hairline Linear-primary shell. Empty state until the first document.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9/worksp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0.2.59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toolbar and an A4-ish canvas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table, then add or remove rows and columns in place.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9/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0.2.59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spreadsheet or Word into the current page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sheet only for workbooks. Original files are not stored — content is the source of truth.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9/import-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0.2.59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page key: salesDocumentation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for Admin, Account Manager and Sales Manager. Off for User and Team Lead. Permissions v15.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9/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0.2.59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Documentation, write, import, it autosaves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already registered in db:apply:sales-operation.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719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7190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after Tracker, or ⌘K → Documentation.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770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34640" y="27706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like Word. Tables are first-class, not a separate grid.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8221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34640" y="38221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 → Import. CSV / XLSX / DOCX, max 5 MB.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461772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873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34640" y="487375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scripts/sql/supabase_sales_documentation.sql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0.2.59 · Confidential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Documentation (0.2.59)</dc:title>
  <dc:subject>Release 0.2.59 — Documentation wiki</dc:subject>
  <dc:creator>Appli Taxi Oz · Sales Operations</dc:creator>
  <cp:lastModifiedBy>Appli Taxi Oz · Sales Operations</cp:lastModifiedBy>
  <cp:revision>1</cp:revision>
  <dcterms:created xsi:type="dcterms:W3CDTF">2026-08-19T16:41:53Z</dcterms:created>
  <dcterms:modified xsi:type="dcterms:W3CDTF">2026-08-19T16:41:53Z</dcterms:modified>
</cp:coreProperties>
</file>