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4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00584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92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0.2.60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02920" y="2468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B2B API EU host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50292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Pre-Orders and live B2B lists talk to b2b-api-e.yango.com again.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0.2.60 · Confidential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broke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18872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1F1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17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host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965960"/>
            <a:ext cx="3154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b2b-api.yango.com still answered auth/list, but future due orders were empty for most cabinets.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0" y="118872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1F1"/>
          </a:solidFill>
          <a:ln/>
        </p:spPr>
      </p:sp>
      <p:sp>
        <p:nvSpPr>
          <p:cNvPr id="9" name="Text 6"/>
          <p:cNvSpPr/>
          <p:nvPr/>
        </p:nvSpPr>
        <p:spPr>
          <a:xfrm>
            <a:off x="4526280" y="1417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in CRM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26280" y="1965960"/>
            <a:ext cx="3154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Pre-Orders showed roughly one client. Operators assumed tokens or filters were wrong.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92440" y="118872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1F1"/>
          </a:solidFill>
          <a:ln/>
        </p:spPr>
      </p:sp>
      <p:sp>
        <p:nvSpPr>
          <p:cNvPr id="12" name="Text 9"/>
          <p:cNvSpPr/>
          <p:nvPr/>
        </p:nvSpPr>
        <p:spPr>
          <a:xfrm>
            <a:off x="8321040" y="1417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21040" y="1965960"/>
            <a:ext cx="3154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moved Integration API traffic to the EU endpoint. The CRM default base URL was never updated.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0.2.60 · Confidential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shipped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0972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CFDF5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6187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base URL → https://b2b-api-e.yango.com/integration (+ /2.0/… paths)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96596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13055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override: YANGO_API_BASE_URL (Vercel / local)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283464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99923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 auth / list / info use cache: no-store (no cross-cabinet Next fetch cache)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70332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86791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treated as in-progress so live rides stay on Orders, not Pre-Orders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57200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473659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unchanged: Pre-Orders = due_date &gt; now; every configured token is polled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0.2.60 · Confidential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verify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1188720"/>
            <a:ext cx="11155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Open </a:t>
            </a:r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/sales-operation/pre-orders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expect multiple clients when they have future scheduling (e.g. SHUFERSAL, Samelet, Hamoshava, Yaron Bar).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Health Check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tokens still auth ok against the EU host.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When another cabinet books a future ride, it appears automatically — no per-client code change.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4754880"/>
            <a:ext cx="11155680" cy="1280160"/>
          </a:xfrm>
          <a:prstGeom prst="roundRect">
            <a:avLst>
              <a:gd name="adj" fmla="val 8571"/>
            </a:avLst>
          </a:prstGeom>
          <a:solidFill>
            <a:srgbClr val="ECFDF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166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Prod: https://applitaxi.space/sales-operation/pre-orders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0.2.60 ·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Appli Taxi Oz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Pre-Orders API host (0.2.60)</dc:title>
  <dc:subject>Release 0.2.60 — Yango B2B API EU host</dc:subject>
  <dc:creator>Appli Taxi Oz · Sales Operations</dc:creator>
  <cp:lastModifiedBy>Appli Taxi Oz · Sales Operations</cp:lastModifiedBy>
  <cp:revision>1</cp:revision>
  <dcterms:created xsi:type="dcterms:W3CDTF">2026-08-25T15:50:09Z</dcterms:created>
  <dcterms:modified xsi:type="dcterms:W3CDTF">2026-08-25T15:50:09Z</dcterms:modified>
</cp:coreProperties>
</file>