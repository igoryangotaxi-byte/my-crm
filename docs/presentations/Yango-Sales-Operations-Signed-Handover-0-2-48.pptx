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 w="12700">
            <a:solidFill>
              <a:srgbClr val="0F111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pic>
        <p:nvPicPr>
          <p:cNvPr id="5" name="Image 0" descr="/Users/igorkuznetsov/Projects/my-crm/docs/presentations/assets/yang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46304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920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0.2.48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3317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B2B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handover automation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4023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Account Manager · Onboarding + First Touch · Calendar · Tracker launch checklist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Appli Taxi Oz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a deal becomes Signed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transition → AM + task + meeting + Tracker ticket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1247120" cy="749808"/>
          </a:xfrm>
          <a:prstGeom prst="roundRect">
            <a:avLst>
              <a:gd name="adj" fmla="val 1219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184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52704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Account Manager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801368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Gate prefills AM from Settings (fallback igorrebkovets@appli.taxi)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11247120" cy="749808"/>
          </a:xfrm>
          <a:prstGeom prst="roundRect">
            <a:avLst>
              <a:gd name="adj" fmla="val 1219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8716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39572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+ First Touch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2670048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high-priority task assigned to the Account Manager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11247120" cy="749808"/>
          </a:xfrm>
          <a:prstGeom prst="roundRect">
            <a:avLst>
              <a:gd name="adj" fmla="val 1219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35584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326440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meeting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538728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45-minute slot on the next business day for the AM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11247120" cy="749808"/>
          </a:xfrm>
          <a:prstGeom prst="roundRect">
            <a:avLst>
              <a:gd name="adj" fmla="val 1219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2245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413308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Tracker launch prep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4407408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with fixed checklist in the configured project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892040"/>
            <a:ext cx="11247120" cy="749808"/>
          </a:xfrm>
          <a:prstGeom prst="roundRect">
            <a:avLst>
              <a:gd name="adj" fmla="val 1219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09320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500176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63040" y="5276088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default AM and Tracker project anytime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0.2.48 · Confidential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once — reuse on every Signed deal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Operation → Settings → Signed handover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48/01-settings-hand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49808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17320"/>
            <a:ext cx="3474720" cy="4754880"/>
          </a:xfrm>
          <a:prstGeom prst="roundRect">
            <a:avLst>
              <a:gd name="adj" fmla="val 3158"/>
            </a:avLst>
          </a:prstGeom>
          <a:solidFill>
            <a:srgbClr val="FFF1F1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30768" y="15819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30768" y="1920240"/>
            <a:ext cx="31089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Default Account Manager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Tracker project for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launch-prep tickets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Change anytime — Gate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still allows override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required once: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supabase_sales_signed_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handover_settings.sql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0.2.48 ·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the lead to Signed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Gate prefills Account Manager — change before confirm if needed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48/02-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49808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17320"/>
            <a:ext cx="3474720" cy="4754880"/>
          </a:xfrm>
          <a:prstGeom prst="roundRect">
            <a:avLst>
              <a:gd name="adj" fmla="val 3158"/>
            </a:avLst>
          </a:prstGeom>
          <a:solidFill>
            <a:srgbClr val="F5F3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30768" y="15819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confirm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30768" y="1920240"/>
            <a:ext cx="31089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AM saved on B2B client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 conversion runs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Handover automation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starts for that AM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0.2.48 ·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SPACE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+ First Touch task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 to the Account Manager · high priority · due in 2 days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48/05-mysp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49808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17320"/>
            <a:ext cx="3474720" cy="4754880"/>
          </a:xfrm>
          <a:prstGeom prst="roundRect">
            <a:avLst>
              <a:gd name="adj" fmla="val 3158"/>
            </a:avLst>
          </a:prstGeom>
          <a:solidFill>
            <a:srgbClr val="EFF6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30768" y="15819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30768" y="1920240"/>
            <a:ext cx="31089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Old: Onboard Client (SM)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Old: First Client Call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New: one combined task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for the Account Manager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0.2.48 ·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auto-created for the AM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business day · 10:00 · 45 minutes · linked to client when available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48/04-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49808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17320"/>
            <a:ext cx="3474720" cy="4754880"/>
          </a:xfrm>
          <a:prstGeom prst="roundRect">
            <a:avLst>
              <a:gd name="adj" fmla="val 3158"/>
            </a:avLst>
          </a:prstGeom>
          <a:solidFill>
            <a:srgbClr val="FFFBEB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30768" y="15819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30768" y="1920240"/>
            <a:ext cx="31089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Lives on AM calendar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Best-effort Google sync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if connected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Never blocks Signed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0.2.48 ·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prep ticket + checklist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in the project from Settings · assigned to AM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48/03-track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49808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17320"/>
            <a:ext cx="3474720" cy="4754880"/>
          </a:xfrm>
          <a:prstGeom prst="roundRect">
            <a:avLst>
              <a:gd name="adj" fmla="val 3158"/>
            </a:avLst>
          </a:prstGeom>
          <a:solidFill>
            <a:srgbClr val="FFF1F1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30768" y="15819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30768" y="1920240"/>
            <a:ext cx="31089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Tariff setup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Credit limit setup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Special conditions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Credit card connect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Contract / terms review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Title: Launch prep — {client}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0.2.48 ·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CHECKLIST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deploy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is live — schema + settings complete the loop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459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17520" y="1645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supabase_sales_signed_handover_settings.sql in Supabase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97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17520" y="26974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default AM + Tracker project under Signed handover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7490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test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17520" y="37490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a test lead to Signed → check task, meeting, Tracker ticket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61772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800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017520" y="48006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0.2.48 · Signed B2B handover automation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0.2.48 · Confidential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 w="12700">
            <a:solidFill>
              <a:srgbClr val="0F11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194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Signed to launch-ready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Manager, first touch, calendar, and Tracker checklist — triggered by one stage move.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5943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applitaxi.space  ·  Sales Operations  ·  0.2.48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Appli Taxi Oz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Yango Sales Operations — Signed Handover (0.2.48)</dc:title>
  <dc:subject>Release 0.2.48 — Signed B2B handover</dc:subject>
  <dc:creator>Appli Taxi Oz · Sales Operations</dc:creator>
  <cp:lastModifiedBy>Appli Taxi Oz · Sales Operations</cp:lastModifiedBy>
  <cp:revision>1</cp:revision>
  <dcterms:created xsi:type="dcterms:W3CDTF">2026-07-23T19:16:21Z</dcterms:created>
  <dcterms:modified xsi:type="dcterms:W3CDTF">2026-07-23T19:16:21Z</dcterms:modified>
</cp:coreProperties>
</file>