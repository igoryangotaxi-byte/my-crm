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Yango owner. Position this as the operating system for B2B sales from lead to live client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access prerequisite: this is an internal platform, not a public signup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pain: leads, signed clients, B2B ride data and manager accountability lived in different places. SO unifies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map left-to-right: execute → convert → measure → govern.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who sees what. Admin owns Settings &amp; Team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sidebar, search, notifications on the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private vs assigned: personal tasks/notes are user-scoped.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kanban. Mention create lead, filters, saved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 lead mentally: tabs are the day-to-day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business rules — no bounce on Negotiation.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drives weighted pipeline = potential × stage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is the post-sale AM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profile is the bridge between CRM and Yango corp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Overview is where Yango operational data meets CRM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 drill-down is the audit trail for a single corp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is the executive dashboard for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analytics is operational, not the target-setting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Performance is the Monday-style scoreboard for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Automations run after a successful stage change — best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Notifications close the loop so managers do not miss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is not cosmetic — it drives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‘what depends on what’ slide —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env dependencies without dumping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shared pipeline data vs private My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owner with a concrete operating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one-liner: lead → signed → live B2B performance → accountable managers.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/>
        </p:spPr>
      </p:sp>
      <p:pic>
        <p:nvPicPr>
          <p:cNvPr id="7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280160" cy="1280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103120" y="1874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Operations Platform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103120" y="27432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onboarding — what it is, why it exists, how every section works,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depends on what.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103120" y="5852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Taxi Oz  ·  Internal CRM module  ·  English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PREREQUISITE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restricted to @appli.taxi accounts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5669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is available only through Google Workspace.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Google account must use the corporate @appli.taxi email domain.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Gmail and external company accounts are rejected.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sign-in, the user must also be approved and have the required Sales Operations role permissions.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protects internal lead, client, trip, revenue and manager-performance data.</a:t>
            </a:r>
            <a:endParaRPr lang="en-US" sz="1400" dirty="0"/>
          </a:p>
        </p:txBody>
      </p:sp>
      <p:pic>
        <p:nvPicPr>
          <p:cNvPr id="10" name="Image 0" descr="/Users/igorkuznetsov/Projects/my-crm/docs/presentations/assets/appli-taxi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5303520" cy="4160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5577840"/>
            <a:ext cx="5303520" cy="502920"/>
          </a:xfrm>
          <a:prstGeom prst="roundRect">
            <a:avLst>
              <a:gd name="adj" fmla="val 10909"/>
            </a:avLst>
          </a:prstGeom>
          <a:solidFill>
            <a:srgbClr val="FFF1F1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0" y="56967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identity:  name@appli.taxi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scattered sales work to one operating system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3200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arrive from forms and manual entry.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chase follow-ups in chat.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clients must be linked to Yango corp IDs.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(GMV, trips, decoupling) lives outside the CRM.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and accountability are hard to see.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2344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80560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1737360"/>
            <a:ext cx="3200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Sales Operations module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Pipeline execution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work (My Space)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Signed-client portfolio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performance from Yango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Analytics, KPIs &amp; targets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Automations &amp; notifications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Configurable stages &amp; segments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2344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21040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1737360"/>
            <a:ext cx="3200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visibility: who is selling, where deals sit, which clients perform, and whether managers hit targets — without leaving the CRM.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sections connect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1F1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My Space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Tasks · Notes · Scorecard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13716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1F1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Pipeline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Leads → Signed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13716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1F1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AM Portfolio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20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Signed clients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0" y="13716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1F1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B2B Overview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06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Yango trips · GMV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601200" y="13716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1F1"/>
          </a:solidFill>
          <a:ln w="19050">
            <a:solidFill>
              <a:srgbClr val="FF2D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692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Funnel · Forecast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231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7091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951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2811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5720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KPI targets vs actuals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8328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2044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52044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Status → SMS / assign / task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0936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Settings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4652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Stages · Segments · Templates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235440" y="31089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726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61A"/>
                </a:solidFill>
              </a:rPr>
              <a:t>Integrations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37260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WPForms · Email · SMS · Cron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</a:rPr>
              <a:t>Settings is the control plane: stage labels, probabilities and segments feed Pipeline, Analytics, Automation and forecast weighting.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</a:rPr>
              <a:t>Signed in Pipeline creates a client → Portfolio / Client profile → B2B link unlocks Yango GMV &amp; trip metrics used in KPIs.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ROLES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use which parts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5669280"/>
                <a:gridCol w="33832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2D2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SO pages including Settings &amp; Team Performance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set KPI targets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Manager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Portfolio, B2B, Analytics, Automation, My 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Settings by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Manager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operational set as 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Settings by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/ Team 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Sales Operations by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be granted via Accesses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38912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Two-level gate: module permission (salesOperation) + page permission (pipeline, B2B, analytics, settings…).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Management can override defaults per role.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of the CRM are redirected away from this module.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Sales Operations shell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sidebar: My Space, Pipeline, AM Portfolio, B2B, Analytics (nested), Automation, Settings.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global search across leads, clients and contacts.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bell (polls ~60s): assignments, mentions, task due, automation.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HE language switch for the whole CRM UI.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CRM returns to the main Appli Taxi product shell.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SPACE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execution hub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Tasks — private standalone tasks (priority, due, status).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— lead-linked tasks assigned to you (overdue / today / upcoming).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— private, pinnable personal notes (not on the lead).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— your KPI actuals vs admin-set targets.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salesPipeline permission; Scorecard also needs manager-analytics APIs.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 personal tasks/notes filtered by authenticated user_id on every request.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my-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kanban — the core workflow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columns from Settings (order, labels, active flags).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lead: name + email or phone; live duplicate check.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Filters: owner, segment, campaign, source, search, potential range.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views &amp; collapsed columns remembered per user (browser).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leads between stages; edit monthly potential inline on the card.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pipeline stages &amp; segments config; lead APIs.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WORKSPACE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drawer — everything about one deal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— status, contact fields, segment, monthly potential ₪.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— multiple contacts, primary / decision-maker flags.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timeline of status changes, notes, tasks, emails, logs.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— lead tasks with assignees and due dates.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— attachments via Supabase Storage (signed download URLs).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— compose from templates; thread of sent/received messages.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actions: Call, Email, WhatsApp, SMS, Log call/meeting/WhatsApp.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pipeline-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RULES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leads are allowed to move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rules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Leads move freely across active stages (including Negotiation &amp; Proposal Sent).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cannot jump directly to Signed or Rejected.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Signed is terminal — cannot move again or be hard-deleted.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status move auto-assigns an unowned lead to the acting user.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Archive soft-hides a lead without destroying history.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potential is recommended for forecast quality, but does not block stage moves.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23444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1399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on Signed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1737360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Create/update sales_clients record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Copy lead notes → client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Keep lead linked (history preserved)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Audit + activity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Notify owning manager if someone else signed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Run enabled status-change automations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managers link corp_client_id for B2B metrics.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INPUTS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potential &amp; weighted pipeline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monthly potential (₪) editable on the card and in Overview.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save with toast feedback and rollback on error.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value = potential × (lead probability override OR stage probability from Settings).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stage probabilities: New 10% → In Progress 30% → Proposal 50% → Negotiation 70% → Signed 100% → Rejected 0%.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Analytics forecast and Team Performance “weighted forecast” KPI.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Settings stage probabilities; lead field estimatedMonthlyPotential.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PORTFOLIO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clients grouped by Account Manager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/sales-operation/portfolio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clients by AM; shows GMV, trips, health mix, last-trip recency.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~90-day range (adjustable).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unassigned clients that still need an AM.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Signed conversion from Pipeline; B2B corp link for ride metrics; salesSignedClients permission.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client detail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/sales-operation/b2b-clients/[id]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Company/contact/campaign snapshot from the signed lead.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Account Manager &amp; Sales Manager.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Yango corp_client_id via B2B registry search.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 + reasons (recency, volume, decoupling).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Requests, completed trips, GMV, decoupling, recent trips.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salesSignedClients; gp_corp_client_map + order facts for metrics.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CLIENTS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Clients Overview — live performance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/sales-operation/b2b-clients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Yango order metrics with corp-client map and CRM managers.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tiles with previous-period deltas and sparklines.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Virtualized table, selection, bulk CSV export.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managers in a drawer; open Yango corp admin when linked.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signed CRM clients still awaiting a B2B corp link.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Greenplum/Yango order facts + manager registry.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b2b-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DRILL-DOWN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Per-client trips &amp; decoupling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/sales-operation/b2b-clients/trips?corpClientId&amp;from&amp;to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rows, completed trips, client spend, total decoupling.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table: date, order, status, client paid, driver received, flag.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out to Yango order / corp admin for operational follow-up.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valid corpClientId + date range; Yango order data.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b2b-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aging, win/loss &amp; forecast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snapshot: new, moved forward, signed, rejected.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by configured stage labels + conversion between stages.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and average days in stage.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rate, avg days to win; source &amp; segment tables; CSV export.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forecast by expected close month.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Settings stages/segments; lead potentials &amp; probabilities.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ANALYTICS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by Account or Sales Manager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/sales-operation/manager-analytics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role (AM / SM), manager, and date range.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requests, trips, GMV, decoupling — with CSV export.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follows the B2B corp-client manager registry.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salesManagerAnalytics permission + linked corp clients.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manager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targets vs actuals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/sales-operation/performance (admin / Settings access).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metrics: signed, conversion %, leads worked, activities, tasks completed, avg cycle days, avg response hours, weighted forecast, GMV, trips.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month or quarter; unique target per manager × metric × period.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 colors: green ≥100%, yellow ≥70%, red &lt;70% (invert for time metrics).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Scorecard inside My Space shows the same math for the signed-in user.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sales_kpi_targets table + pipeline/B2B activity data.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Status-triggered workflows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Routes: /sales-operation/automation and /automation/[id]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graph: Trigger (from → to status, including Any) then actions.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 SMS (InfoRU), Assign manager (fixed or round-robin), Create task.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enabled workflows run; each run stores per-node ok/partial/error.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do not roll back the lead’s new stage.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configured stage keys/labels; SMS/email env when used.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alerts, mentions &amp; reminders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in the SO header: unread badge, mark one / mark all read.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Events: lead assignment, task assignment, task due, @mentions, automation, system.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@Full Name or @FirstName in lead notes creates a mention notification.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/api/sales-operation/cron/task-reminders: overdue or due-in-24h tasks (needs CRON_SECRET in production).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notifications table; authenticated user identity.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— stages, segments, email templates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/sales-operation/settings (Settings permission).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stages: order, label, probability, won/lost/terminal/active.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segments: active list used on create/edit/filter/analytics.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templates: EN/HE subjects &amp; bodies with placeholders.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Renames propagate to board, lead detail, activity, analytics, automation.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segments cannot be assigned to new leads; occupied inactive stages stay visible.</a:t>
            </a:r>
            <a:endParaRPr lang="en-US" sz="1300" dirty="0"/>
          </a:p>
        </p:txBody>
      </p:sp>
      <p:pic>
        <p:nvPicPr>
          <p:cNvPr id="10" name="Image 0" descr="/Users/igorkuznetsov/Projects/my-crm/docs/presentations/assets/screenshot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300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what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75488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you change…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affects…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2D2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labels / order / active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Kanban columns, funnel, automation status pickers, activity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probabilities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forecast &amp; Performance weighted KPI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Won / Lost / Terminal flags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Win-loss analytics, open pipeline, signing semantics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forms, filters, segment 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transition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record, Portfolio, client profile, handover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 client link + managers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Overview, trips, GMV/trips KPIs, Manager 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targets (admin)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Performance matrix &amp; My Scorecard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Enabled automations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 effects after status changes (SMS / assign /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9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inputs &amp; delivery channels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399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WPForms webhook → new leads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(SALES_OPERATION_WPFORMS_WEBHOOK_SECRET)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Inbound email → lead thread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(SALES_EMAIL_INBOUND_SECRET)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Yango / Greenplum facts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(orders, corp map)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SSO (@appli.taxi)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2344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80560" y="1399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SMTP email from lead Email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(SALES_SMTP_*)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InfoRU SMS (lead + automation)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(INFORU_*; automation needs enable flag)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Notifications inside the app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2344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9EB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21040" y="1399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173736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Task-due reminder cron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GET …/cron/task-reminders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Protect with CRON_SECRET in 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Dedupes reminders ~20h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mutate pipeline stages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PRIVACY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private vs shared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tasks &amp; notes (My Space): scoped to the signed-in user_id — not visible to others via those APIs.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leads, lead notes, tasks, files, email: shared CRM records visible to users with pipeline access.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enforced in the application layer (approved user + permissions), not via Postgres RLS on SO tables.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metrics come from operational Yango datasets; manager attribution can credit both AM and SM for the same client.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in this deck are privacy-softened; treat live data as confidential.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CHECKLIST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 this well in production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SQL migrations (including sales_kpi_targets &amp; sales_personal_space) via db:apply:sales-operation or Supabase SQL Editor.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Accesses so AMs/SMs have the right page permissions; keep Settings for admins.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stage probabilities &amp; segments to match how you sell.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signed clients to corp_client_id so GMV/trips feed Portfolio, B2B and KPIs.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monthly/quarterly KPI targets on Team Performance.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SMTP / SMS / WPForms secrets only when those channels are ready.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task-reminders cron with CRON_SECRET.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managers: Pipeline daily, My Space for personal work, Portfolio for post-sale care.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Onboarding · Confidential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Yango gets with Sales Operations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Execute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34640" y="14904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</a:rPr>
              <a:t>Pipeline + My Space keep every deal and every follow-up moving.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514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Convert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834640" y="25420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</a:rPr>
              <a:t>Signed handover creates a client ready for AM ownership and B2B linking.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Measure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834640" y="35935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</a:rPr>
              <a:t>Analytics, Manager views and Team Performance connect CRM work to Yango GMV.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43891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617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</a:rPr>
              <a:t>Govern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834640" y="464515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</a:rPr>
              <a:t>Settings, roles, automations and notifications keep the system consistent.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Onboarding</dc:title>
  <dc:subject>Executive onboarding for the Sales Operations platform</dc:subject>
  <dc:creator>Appli Taxi Oz · Sales Operations</dc:creator>
  <cp:lastModifiedBy>Appli Taxi Oz · Sales Operations</cp:lastModifiedBy>
  <cp:revision>1</cp:revision>
  <dcterms:created xsi:type="dcterms:W3CDTF">2026-07-18T06:59:37Z</dcterms:created>
  <dcterms:modified xsi:type="dcterms:W3CDTF">2026-07-18T06:59:37Z</dcterms:modified>
</cp:coreProperties>
</file>