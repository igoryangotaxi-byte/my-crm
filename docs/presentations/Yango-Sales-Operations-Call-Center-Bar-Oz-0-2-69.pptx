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3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331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Bar Oz ready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3CX webhooks, screen-pop, Dial without FaceTime, dense Jerusalem call log + shell stage-1.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0.2.69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98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Oz Lookup / Create / Call Report — Israel phones, fail-closed key, idempotent reports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470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Screen-pop drawer (~400px) with Dial + Open card; Answer is brand primary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24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Dial on drivers &amp; customers — 3CX only, no tel:/FaceTime fallback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01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call history in Asia/Jerusalem with filters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788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shell stage-1: Compact default, red rail active nav, outline toggles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463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560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THREECX Call Control CLIENT_ID/SECRET for Dial; webhook secret already live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0.2.69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screen</a:t>
            </a:r>
            <a:endParaRPr lang="en-US" sz="2200" dirty="0"/>
          </a:p>
        </p:txBody>
      </p:sp>
      <p:pic>
        <p:nvPicPr>
          <p:cNvPr id="4" name="Image 0" descr="/Users/igorkuznetsov/Projects/my-crm/.tmp-screens/cc-call-center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088136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0.2.69 ·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Call Center Bar Oz (0.2.69)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2026-09-18T08:15:18Z</dcterms:created>
  <dcterms:modified xsi:type="dcterms:W3CDTF">2026-09-18T08:15:18Z</dcterms:modified>
</cp:coreProperties>
</file>