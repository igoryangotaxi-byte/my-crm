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5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6304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0.2.49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Discovery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Israel B2B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campaigns · Google Places · Groq qualification · Approve before pipeline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Appli Taxi Oz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Find, score, and approve B2B leads automatically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module at /sales-operation/lead-discovery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18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54533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 segment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83794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→ Groq interprets categories, cities, size, rules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87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41401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Find leads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70662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Places search + scoring; one campaign at a time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558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28269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candidates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57530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pending leads before they enter the pipeline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24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15137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4439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for discovered / qualified / daily target / email reply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0932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02005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&amp; cron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31266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target in Advanced; discovery tick every 2 hours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0.2.49 ·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tiles · active / paused · Find leads · Stop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9/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0.2.49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wizard powered by Groq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once → review categories, cities, qualification rules → create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9/02-wiz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0.2.49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before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stay pending until a manager accepts them into Sales Pipeline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9/03-candid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0.2.49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segment text to pipeline lead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scoring with optional LLM nudge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475488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819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Interpret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3291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turns free text into business types,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cities, size filter, and qualification rules.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fallback if rate-limited (429).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synonyms (e.g. лизинг → leasing).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657600" cy="475488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5819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Discover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98848" y="1920240"/>
            <a:ext cx="3291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Places search per city × type.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with rule weights; closed places out.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running campaign at a time.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works mid-run; progress after save.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BEB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5819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Approve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39328" y="1920240"/>
            <a:ext cx="320040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approval queue.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→ create pipeline lead.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tick every 2h for active campaigns.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target editable in Advanced.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0.2.49 · 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discovery-aware nodes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Lead Discovery into SMS, tasks, stickers, email sequences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9/04-auto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90688" y="1536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triggers &amp; actions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90688" y="1874520"/>
            <a:ext cx="3749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discovered (min score)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 completed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target not reached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replied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gate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 notify, sticker,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email sequence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0.2.49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settings &amp; schema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SQL in Supabase before first production use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49/05-advan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90688" y="1536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checklist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90688" y="1874520"/>
            <a:ext cx="3749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 supabase_sales_lead_discovery.sql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 …_pending_approval.sql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Env: LEAD_DISCOVERY_ENABLED=1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GOOGLE_PLACES_API_KEY (or Maps)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GROQ_API_KEY +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CRON_SECRET for discovery-tick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Permission: salesLeadDiscovery (v13)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0.2.49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 production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https://applitaxi.space/sales-operation/lead-discovery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0.2.49 · Lead Discovery · Appli Taxi Oz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Lead Discovery (0.2.49)</dc:title>
  <dc:subject>Release 0.2.49 — Lead Discovery</dc:subject>
  <dc:creator>Appli Taxi Oz · Sales Operations</dc:creator>
  <cp:lastModifiedBy>Appli Taxi Oz · Sales Operations</cp:lastModifiedBy>
  <cp:revision>1</cp:revision>
  <dcterms:created xsi:type="dcterms:W3CDTF">2026-07-26T19:47:58Z</dcterms:created>
  <dcterms:modified xsi:type="dcterms:W3CDTF">2026-07-26T19:47:58Z</dcterms:modified>
</cp:coreProperties>
</file>