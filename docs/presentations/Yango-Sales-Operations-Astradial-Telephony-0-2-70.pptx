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3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20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0.2.70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2331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Astradial telephony in Appli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Astradial page, click-to-call, screen-pop, recordings + Whisper summarize. 3CX stays.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0.2.70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7899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→ Astradial: link SIP extension, dial any number, recent calls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562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TelephonyProvider abstraction — Astradial behind kill switch TELEPHONY_ENABLED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3347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 webhooks → telephony_calls + screen-pop; recording auth proxy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1071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Summarize: recording → Whisper → short CRM bullets (OPENAI)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8795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Dial prefers Astradial when NEXT_PUBLIC_TELEPHONY_ENABLED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6519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ASTRADIAL_API_URL pointing at a live PBX (not on Vercel); SQL already applied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0.2.70 ·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live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TELEPHONY_ENABLED, NEXT_PUBLIC_TELEPHONY_ENABLED, TELEPHONY_PROVIDER, ASTRADIAL_API_KEY, WEBHOOK_SECRET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920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ASTRADIAL_API_URL → VPS with Astradial + SIP trunk (Asterisk cannot run on Vercel)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2743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https://applitaxi.space/api/telephony/webhooks/astradial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35661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scripts/sql/supabase_telephony_astradial.sql (applied)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4389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salesAstradial (permissions v17)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0.2.70 ·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Astradial Telephony (0.2.70)</dc:title>
  <dc:subject>PptxGenJS Presentation</dc:subject>
  <dc:creator>Appli Taxi Oz · Sales Operations</dc:creator>
  <cp:lastModifiedBy>Appli Taxi Oz · Sales Operations</cp:lastModifiedBy>
  <cp:revision>1</cp:revision>
  <dcterms:created xsi:type="dcterms:W3CDTF">2026-09-20T12:36:24Z</dcterms:created>
  <dcterms:modified xsi:type="dcterms:W3CDTF">2026-09-20T12:36:24Z</dcterms:modified>
</cp:coreProperties>
</file>