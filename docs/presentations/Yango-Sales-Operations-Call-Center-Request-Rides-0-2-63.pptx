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Center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Rides + route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 checklist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4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1965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0.2.63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02920" y="24231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· Request Rides · Change intermediate stops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292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3CX dial/answer from CRM · order taxi in HUB · update stops without cancelling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0.2.63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(3CX)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05156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FFF1F1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page: link corporate PBX extension, operator status, dialer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F7F8F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94767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Click-to-call on driver phones (Pre-Orders, Orders, Route Bundles, map)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60604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FFF1F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72491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toast + mute CRM notifications (audio stays on 3CX device)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F7F8F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5021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Oz webhooks: lookup / add contact / Call Report with recording URL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16052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FFF1F1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27939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scripts/sql/supabase_call_center.sql — apply in Supabase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493776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F7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50566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THREECX_BASE_URL, CLIENT_ID, CLIENT_SECRET, CRM_WEBHOOK_SECRET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0.2.63 · 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Rides + change stops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Rides in SO HUB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create UI as legacy CRM, full-bleed map shell, RBAC requestRides.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32918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change-destinations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977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or add intermediate stops without cancelling the order.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0972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1F1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1783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drawer + Scheduled ride card on Request Rides.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32918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1F1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cases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92240" y="3977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with/without driver; CRM confirms if assigned. Yango may 400 mid-trip.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0.2.63 · 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checklist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23444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261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2344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supabase_call_center.sql in Supabase (tables already verified on project in some envs)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22860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3134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THREECX_* on Vercel (BASE_URL + webhook secret done; CLIENT_ID/SECRET need System Owner)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4360" y="333756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3649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33375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Bar Oz CRM webhook URLs with ?key= into 3CX; enable PBX recording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" y="438912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44165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43891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/sales-operation/request-rides create · Pre-Orders / ride card edit stop · Call Center extension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0.2.63 · 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Call Center + Request Rides (0.2.63)</dc:title>
  <dc:subject>PptxGenJS Presentation</dc:subject>
  <dc:creator>Appli Taxi Oz · Sales Operations</dc:creator>
  <cp:lastModifiedBy>Appli Taxi Oz · Sales Operations</cp:lastModifiedBy>
  <cp:revision>1</cp:revision>
  <dcterms:created xsi:type="dcterms:W3CDTF">2026-08-31T18:27:53Z</dcterms:created>
  <dcterms:modified xsi:type="dcterms:W3CDTF">2026-08-31T18:27:53Z</dcterms:modified>
</cp:coreProperties>
</file>