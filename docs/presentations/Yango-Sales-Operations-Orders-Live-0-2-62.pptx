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Pre-Orders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4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0.2.62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02920" y="2423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Live + Pre-Orders polish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Completed / In progress / Canceled buckets, live refresh, SO styling.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0.2.62 ·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clarity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transporting_finished → Completed. waiting / pickup / driving / transporting → In progress with raw Yango status on the badge.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9" name="Text 6"/>
          <p:cNvSpPr/>
          <p:nvPr/>
        </p:nvSpPr>
        <p:spPr>
          <a:xfrm>
            <a:off x="452628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board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2628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 poll, Last updated (Asia/Jerusalem), clickable Completed / In progress / Canceled counters and FilterChips.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92440" y="10972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1F1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style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104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so-cards, red-rail rows by status, no gradient tiles or hover-lift. Same language as Pre-Orders Controller.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0.2.62 · Confidential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Pre-Orders polish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On map → SO underline tabs with #FF2D2D rail (no double-border pill)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/ Unassigned / At risk filters (chips + sticky counters)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365760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931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 rows: pale red wash (yellow + red urgency)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0.2.62 · Confidential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verify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188720"/>
            <a:ext cx="11155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/sales-operation/orders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Live badge ticks; filter In progress; finished rides show Completed.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/sales-operation/pre-orders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At risk / Unassigned filters; pale red rows; List/On map tabs.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4206240"/>
            <a:ext cx="11155680" cy="164592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enrichment still pending Yango API key support (from 0.2.61).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0.2.62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Orders Live (0.2.62)</dc:title>
  <dc:subject>Release 0.2.62 — Orders Live + Pre-Orders polish</dc:subject>
  <dc:creator>Appli Taxi Oz · Sales Operations</dc:creator>
  <cp:lastModifiedBy>Appli Taxi Oz · Sales Operations</cp:lastModifiedBy>
  <cp:revision>1</cp:revision>
  <dcterms:created xsi:type="dcterms:W3CDTF">2026-08-29T13:49:35Z</dcterms:created>
  <dcterms:modified xsi:type="dcterms:W3CDTF">2026-08-29T13:49:35Z</dcterms:modified>
</cp:coreProperties>
</file>