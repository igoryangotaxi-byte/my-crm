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pic>
        <p:nvPicPr>
          <p:cNvPr id="3" name="Image 0" descr="/Users/igorkuznetsov/Projects/my-crm/docs/presentations/assets/yango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65760"/>
            <a:ext cx="100584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2011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0.2.67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02920" y="24688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flicker fix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502920" y="3566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SSO no longer hard-redirects every user to Sales Operation pipeline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0.2.67 · Confidential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515600" y="654710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114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fixed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11155680" cy="914400"/>
          </a:xfrm>
          <a:prstGeom prst="roundRect">
            <a:avLst>
              <a:gd name="adj" fmla="val 10000"/>
            </a:avLst>
          </a:prstGeom>
          <a:solidFill>
            <a:srgbClr val="FFF1F1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28016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Symptom: page flickered after login and never opened — infinite login ↔ /sales-operation/pipeline loop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148840"/>
            <a:ext cx="11155680" cy="91440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33172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Cause: OAuth always landed on pipeline; User / Team Lead (and new SSO) have salesOperation off by default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3200400"/>
            <a:ext cx="11155680" cy="914400"/>
          </a:xfrm>
          <a:prstGeom prst="roundRect">
            <a:avLst>
              <a:gd name="adj" fmla="val 10000"/>
            </a:avLst>
          </a:prstGeom>
          <a:solidFill>
            <a:srgbClr val="FFF1F1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38328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 resolve first allowed page (SO → legacy CRM); no access → /login?error=noaccess with a clear message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4251960"/>
            <a:ext cx="11155680" cy="91440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443484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Layouts and /sales-operation index use the same landing rules — no bounce back into the loop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0.2.67 · Confidential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515600" y="654710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Yango Sales Operations — Login flicker fix (0.2.67)</dc:title>
  <dc:subject>PptxGenJS Presentation</dc:subject>
  <dc:creator>Appli Taxi Oz · Sales Operations</dc:creator>
  <cp:lastModifiedBy>Appli Taxi Oz · Sales Operations</cp:lastModifiedBy>
  <cp:revision>1</cp:revision>
  <dcterms:created xsi:type="dcterms:W3CDTF">2026-09-14T13:13:35Z</dcterms:created>
  <dcterms:modified xsi:type="dcterms:W3CDTF">2026-09-14T13:13:35Z</dcterms:modified>
</cp:coreProperties>
</file>