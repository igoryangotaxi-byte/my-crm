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4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1965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0.2.65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02920" y="24231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Support bot → Tracker To Do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50292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Title → Description → CRM ticket (no CRM login)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0.2.65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flow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FF1F1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Bot: @hubteamlead_bot — /start shows Select the Title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7F8F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103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Titles: Change price and coupons · Technical problems in the app · Bad service from the driver · Other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283464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FF1F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971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asks for Description and creates a Tracker ticket in To Do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70332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7F8FA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840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Author: Telegram support · includes @username / Telegram id in the ticket body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572000"/>
            <a:ext cx="11155680" cy="749808"/>
          </a:xfrm>
          <a:prstGeom prst="roundRect">
            <a:avLst>
              <a:gd name="adj" fmla="val 12195"/>
            </a:avLst>
          </a:prstGeom>
          <a:solidFill>
            <a:srgbClr val="FFF1F1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709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board as public form: 2cc7d354-…6768f689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0.2.65 · Confidential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checklist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23444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261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2344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scripts/sql/supabase_telegram_support_sessions.sql in Supabase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" y="233172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3591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3317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TELEGRAM_SUPPORT_BOT_TOKEN + TELEGRAM_SUPPORT_WEBHOOK_SECRET (Vercel Production)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4360" y="34290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34564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97280" y="34290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Webhook: /api/telegram/support/webhook via npm run telegram:set-support-webhook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" y="452628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45537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97280" y="45262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/start → Select the Title → pick option → send description → card in To Do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0.2.65 · Confidential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Telegram Support Bot (0.2.65)</dc:title>
  <dc:subject>PptxGenJS Presentation</dc:subject>
  <dc:creator>Appli Taxi Oz · Sales Operations</dc:creator>
  <cp:lastModifiedBy>Appli Taxi Oz · Sales Operations</cp:lastModifiedBy>
  <cp:revision>1</cp:revision>
  <dcterms:created xsi:type="dcterms:W3CDTF">2026-09-10T05:42:06Z</dcterms:created>
  <dcterms:modified xsi:type="dcterms:W3CDTF">2026-09-10T05:42:06Z</dcterms:modified>
</cp:coreProperties>
</file>