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pic>
        <p:nvPicPr>
          <p:cNvPr id="5" name="Image 0" descr="/Users/igorkuznetsov/Projects/my-crm/docs/presentations/assets/yang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46304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28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0.2.53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24028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client registration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every lead card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40080" y="4069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requires Corp Client ID · assign SM / AM from pipeline · hydrate from B2B Overview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Appli Taxi Oz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shipped in 0.2.53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earlier · sign with a real Corp Client ID · assign managers without leaving the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184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54533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form on the lead card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81965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in any status — expand in-place or open a new window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871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41401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gate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68833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 Client ID is required. Contract number alone is not enough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558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28269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SM + AM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55701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B2B clients and save managers from Client details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2245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15137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SM → map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42569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Corp Client ID is linked, pending sales manager writes to gp_corp_client_map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89204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09320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502005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leads from Overview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5294376"/>
            <a:ext cx="9875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Create-lead hydrates name + SM from B2B Client Overview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0.2.53 · 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the deal from the 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any lead — registration and managers live on the card, not only at Signed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53/01-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FFF1F1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Register the B2B client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before the last stage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Same card for SM / 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Signed still needs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Corp Client ID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0.2.53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CARD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client registration accordion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status · Overview tab · no fake “completed” pill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53/02-lead-yango-collaps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F5F3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card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Collapsed by default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Next to Corp Client 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Removed from the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Signed stage-gate modal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0.2.53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CARD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the offer form without leaving CRM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iframe + Open in new window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53/03-lead-yango-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EFF6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widget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Yango CSS stays inside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 iframe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page available at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/sales-operation/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corp-register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feedback FAB there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0.2.53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PAGE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Yango registration window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/sales-operation/corp-register — compact chrome, no feedback icon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53/06-corp-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FFFBEB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 needs more space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Sharing a focused tab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Embedding from the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lead accordion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0.2.53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GATE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Corp Client ID → no Signed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number is optional. Account Manager still required.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53/05-signed-stage-g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FFF1F1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Server-enforced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Stage Gate +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IDs match case-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insensitively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Pending SM is applied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 gp_corp_client_map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when ID is linked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0.2.53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DETAILS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Sales + Account managers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B2B by name or corp_client_id · selects stay enabled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53/04-client-details-manag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ECFDF5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 can save on the lead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even without Corp 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 needs a linked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B2B client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platform staff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appear in the lists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0.2.53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leads pick up existing clients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Create-lead + Overview search use gp_corp_client_map (case-insensitive)</a:t>
            </a:r>
            <a:endParaRPr lang="en-US" sz="1400" dirty="0"/>
          </a:p>
        </p:txBody>
      </p:sp>
      <p:pic>
        <p:nvPicPr>
          <p:cNvPr id="6" name="Image 0" descr="/Users/igorkuznetsov/Projects/my-crm/docs/presentations/assets/release-0-2-53/07-b2b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49808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1417320"/>
            <a:ext cx="3474720" cy="4754880"/>
          </a:xfrm>
          <a:prstGeom prst="roundRect">
            <a:avLst>
              <a:gd name="adj" fmla="val 3158"/>
            </a:avLst>
          </a:prstGeom>
          <a:solidFill>
            <a:srgbClr val="F5F3FF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0768" y="1581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30768" y="1920240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Name + sales manager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from Overview row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Canonical Corp 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casing is preserved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Explicit SM is not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overwritten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0.2.53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11155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early · link Corp ID · assign managers · then Sign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45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Any stage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0" y="16459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lead → expand Yango client registration → submit the offer form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97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Link ID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26974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Corp Client ID on Overview, or pick the B2B client in Client details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749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Assign people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0" y="37490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Manager on the lead; Account Manager after B2B is linked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61772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E9EB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800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Move to Signed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00400" y="480060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asks only for Corp Client ID + AM — form is already on the card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47104"/>
            <a:ext cx="9601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· Sales Operations · Release 0.2.53 · Confidential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5471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1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2D2D"/>
          </a:solidFill>
          <a:ln w="12700">
            <a:solidFill>
              <a:srgbClr val="FF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 w="12700">
            <a:solidFill>
              <a:srgbClr val="0F11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first. Sign with a real ID.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Yango offer form on every lead · Corp Client ID gate · SM / AM from pipeline · Overview hydration.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applitaxi.space  ·  Sales Operations  ·  0.2.53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Appli Taxi Oz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Yango Sales Operations — Corp Register (0.2.53)</dc:title>
  <dc:subject>Release 0.2.53 — Yango corp register + Signed Corp Client ID</dc:subject>
  <dc:creator>Appli Taxi Oz · Sales Operations</dc:creator>
  <cp:lastModifiedBy>Appli Taxi Oz · Sales Operations</cp:lastModifiedBy>
  <cp:revision>1</cp:revision>
  <dcterms:created xsi:type="dcterms:W3CDTF">2026-08-13T11:04:21Z</dcterms:created>
  <dcterms:modified xsi:type="dcterms:W3CDTF">2026-08-13T11:04:21Z</dcterms:modified>
</cp:coreProperties>
</file>