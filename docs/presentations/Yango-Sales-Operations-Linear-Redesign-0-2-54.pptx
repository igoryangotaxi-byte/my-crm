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public/brand/app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Linear-primary Sales Operation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canvas · Appli mark · Yango fonts · presentation only — flows unchanged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0.2.54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system only. APIs, RBAC, validations and integrations stay as they were.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canvas shell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workspace, white rounded canvas, 2px Yango active nav rail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mark + Yango 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8833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logo from brand file; Text 400/500/700 + Headline 900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cards everywhere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570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glass, no hover-lift on Orders, Calculator, Comms, Pre-orders, 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⌘K + density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256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palette wraps existing search; comfortable / compact toggle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motion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9437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160ms ease-out drawers, button active 0.97 — no daily-action animation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canvas + Appli mark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 sits on #eceef2. The product lives in a white 16px canvas.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screensho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22208" y="15819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22208" y="192024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squircle in the sidebar (same 36px slot)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900 for page H1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2px red rail on the active nav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Density: comfortable or compact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Main CRM UI is unchanged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chrome, not a new 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drag-and-drop, stage gates and lead cards keep the same logic.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screenshots/pipeline-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⌘K command palette + density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/api/sales-operation/search. Faster jump between pages, leads and clients.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palette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⌘K / Ctrl+K from anywhere in SO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recent search, jump to lead/client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Sentence-case group headings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open/close animation (Emil rule)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existing RBAC page keys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532120" cy="4892040"/>
          </a:xfrm>
          <a:prstGeom prst="roundRect">
            <a:avLst>
              <a:gd name="adj" fmla="val 2243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8191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toggle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192024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control: Comfortable / Compact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 in localStorage (so-ui-density)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data-density on the SO shell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rows and paddings in compact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stays comfortable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and hover-lift are gone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modules now use the same flat so-card language as Pipeline.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screenshots/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657600" cy="2331720"/>
          </a:xfrm>
          <a:prstGeom prst="rect">
            <a:avLst/>
          </a:prstGeom>
        </p:spPr>
      </p:pic>
      <p:pic>
        <p:nvPicPr>
          <p:cNvPr id="7" name="Image 1" descr="/Users/igorkuznetsov/Projects/my-crm/docs/presentations/assets/screenshots/price-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3657600" cy="2331720"/>
          </a:xfrm>
          <a:prstGeom prst="rect">
            <a:avLst/>
          </a:prstGeom>
        </p:spPr>
      </p:pic>
      <p:pic>
        <p:nvPicPr>
          <p:cNvPr id="8" name="Image 2" descr="/Users/igorkuznetsov/Projects/my-crm/docs/presentations/assets/screenshots/communic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657600" cy="2331720"/>
          </a:xfrm>
          <a:prstGeom prst="rect">
            <a:avLst/>
          </a:prstGeom>
        </p:spPr>
      </p:pic>
      <p:pic>
        <p:nvPicPr>
          <p:cNvPr id="9" name="Image 3" descr="/Users/igorkuznetsov/Projects/my-crm/docs/presentations/assets/screenshots/pre-or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86200"/>
            <a:ext cx="3657600" cy="2331720"/>
          </a:xfrm>
          <a:prstGeom prst="rect">
            <a:avLst/>
          </a:prstGeom>
        </p:spPr>
      </p:pic>
      <p:pic>
        <p:nvPicPr>
          <p:cNvPr id="10" name="Image 4" descr="/Users/igorkuznetsov/Projects/my-crm/docs/presentations/assets/screenshots/lead-discove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886200"/>
            <a:ext cx="3657600" cy="2331720"/>
          </a:xfrm>
          <a:prstGeom prst="rect">
            <a:avLst/>
          </a:prstGeom>
        </p:spPr>
      </p:pic>
      <p:pic>
        <p:nvPicPr>
          <p:cNvPr id="11" name="Image 5" descr="/Users/igorkuznetsov/Projects/my-crm/docs/presentations/assets/screenshots/access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886200"/>
            <a:ext cx="3657600" cy="233172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My Space, Settings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reports and settings. Quieter chrome, sentence-case labels.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screenshot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532120" cy="4892040"/>
          </a:xfrm>
          <a:prstGeom prst="rect">
            <a:avLst/>
          </a:prstGeom>
        </p:spPr>
      </p:pic>
      <p:pic>
        <p:nvPicPr>
          <p:cNvPr id="7" name="Image 1" descr="/Users/igorkuznetsov/Projects/my-crm/docs/presentations/assets/screenshots/my-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532120" cy="4892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color, motion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only. No Inter, Geist or Google Fonts. No dark mode.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Text 400 / 500 / 700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Headline 900 for H1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case labels (no ALL CAPS)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titles stay Text, not Headline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192024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#FF2D2D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#eceef2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#f7f8fa / white canvas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Monday-style status colors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39328" y="192024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Drawers / modals 160–200ms ease-out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:active scale 0.97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lift on cards or KPI tiles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animation on daily 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not change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release is presentation-only. Do not retrain the team on flows.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58191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HTML5 drag-and-drop — not dnd-kit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@dnd-kit. Same columns, tickets, mentions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815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08152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React Flow. Node logic unchanged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313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Office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383133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Internals untouched; chrome only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1655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ECEEF2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811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/ RBAC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58114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routes, permissions and validations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309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533095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app/(crm) left as-is on the backend / old UI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0.2.54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CRM. Calmer product.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canvas · Appli mark · flat cards · ⌘K · density · quiet motion.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  ·  Sales Operations  ·  0.2.54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Linear Redesign (0.2.54)</dc:title>
  <dc:subject>Release 0.2.54 — Linear-primary Sales Operation redesign</dc:subject>
  <dc:creator>Appli Taxi Oz · Sales Operations</dc:creator>
  <cp:lastModifiedBy>Appli Taxi Oz · Sales Operations</cp:lastModifiedBy>
  <cp:revision>1</cp:revision>
  <dcterms:created xsi:type="dcterms:W3CDTF">2026-08-13T17:17:00Z</dcterms:created>
  <dcterms:modified xsi:type="dcterms:W3CDTF">2026-08-13T17:17:00Z</dcterms:modified>
</cp:coreProperties>
</file>